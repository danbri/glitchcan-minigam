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</p:sldIdLst>
  <p:sldSz cx="9144000" cy="5143500" type="screen16x9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Master" Type="http://schemas.openxmlformats.org/officeDocument/2006/relationships/slideMaster" Target="slideMasters/slideMaster1.xml"/><Relationship Id="rIdTheme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Multilingual-RTL — a sample deck authored for edot slides. CC0 1.0 / public domain dedication (see third_party/slide-examples/LICENSE). Doubles as an import-fidelity test fixture. A real bidi rendering test fixture.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14400" y="1748790"/>
            <a:ext cx="7315200" cy="925830"/>
          </a:xfrm>
        </p:spPr>
        <p:txBody>
          <a:bodyPr/>
          <a:lstStyle/>
          <a:p>
            <a:pPr>
              <a:buNone/>
            </a:pPr>
            <a:r>
              <a:rPr lang="en-US"/>
              <a:t>Hello · مرحبا · שלום · 你好</a:t>
            </a:r>
          </a:p>
        </p:txBody>
      </p:sp>
      <p:sp>
        <p:nvSpPr>
          <p:cNvPr id="3" name="subtitle"/>
          <p:cNvSpPr>
            <a:spLocks noGrp="1"/>
          </p:cNvSpPr>
          <p:nvPr>
            <p:ph/>
          </p:nvPr>
        </p:nvSpPr>
        <p:spPr>
          <a:xfrm>
            <a:off x="914400" y="2777490"/>
            <a:ext cx="7315200" cy="617220"/>
          </a:xfrm>
        </p:spPr>
        <p:txBody>
          <a:bodyPr/>
          <a:lstStyle/>
          <a:p>
            <a:pPr>
              <a:buNone/>
            </a:pPr>
            <a:r>
              <a:rPr lang="en-US"/>
              <a:t>a left-to-right and right-to-left mix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Greetings around the world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English: Welcome to the presentation</a:t>
            </a:r>
          </a:p>
          <a:p>
            <a:pPr/>
            <a:r>
              <a:rPr lang="en-US"/>
              <a:t>العربية: مرحبًا بكم في العرض التقديمي</a:t>
            </a:r>
          </a:p>
          <a:p>
            <a:pPr/>
            <a:r>
              <a:rPr lang="en-US"/>
              <a:t>עברית: ברוכים הבאים למצגת</a:t>
            </a:r>
          </a:p>
          <a:p>
            <a:pPr/>
            <a:r>
              <a:rPr lang="en-US"/>
              <a:t>中文: 欢迎来到演示文稿</a:t>
            </a:r>
          </a:p>
          <a:p>
            <a:pPr/>
            <a:r>
              <a:rPr lang="en-US"/>
              <a:t>Mixed in one line: total = المجموع = סך הכול = 42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720090"/>
          </a:xfrm>
        </p:spPr>
        <p:txBody>
          <a:bodyPr/>
          <a:lstStyle/>
          <a:p>
            <a:pPr>
              <a:buNone/>
            </a:pPr>
            <a:r>
              <a:rPr lang="en-US"/>
              <a:t>English ⇄ Arabic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234440"/>
            <a:ext cx="3931920" cy="3497580"/>
          </a:xfrm>
        </p:spPr>
        <p:txBody>
          <a:bodyPr/>
          <a:lstStyle/>
          <a:p>
            <a:pPr/>
            <a:r>
              <a:rPr lang="en-US" b="1"/>
              <a:t>English</a:t>
            </a:r>
          </a:p>
          <a:p>
            <a:pPr/>
            <a:r>
              <a:rPr lang="en-US"/>
              <a:t>Book</a:t>
            </a:r>
          </a:p>
          <a:p>
            <a:pPr/>
            <a:r>
              <a:rPr lang="en-US"/>
              <a:t>Peace</a:t>
            </a:r>
          </a:p>
          <a:p>
            <a:pPr/>
            <a:r>
              <a:rPr lang="en-US"/>
              <a:t>Knowledge</a:t>
            </a:r>
          </a:p>
          <a:p>
            <a:pPr/>
            <a:r>
              <a:rPr lang="en-US"/>
              <a:t>Water</a:t>
            </a:r>
          </a:p>
        </p:txBody>
      </p:sp>
      <p:sp>
        <p:nvSpPr>
          <p:cNvPr id="4" name="body2"/>
          <p:cNvSpPr>
            <a:spLocks noGrp="1"/>
          </p:cNvSpPr>
          <p:nvPr>
            <p:ph/>
          </p:nvPr>
        </p:nvSpPr>
        <p:spPr>
          <a:xfrm>
            <a:off x="4663440" y="1234440"/>
            <a:ext cx="3931920" cy="3497580"/>
          </a:xfrm>
        </p:spPr>
        <p:txBody>
          <a:bodyPr/>
          <a:lstStyle/>
          <a:p>
            <a:pPr/>
            <a:r>
              <a:rPr lang="en-US" b="1"/>
              <a:t>العربية</a:t>
            </a:r>
          </a:p>
          <a:p>
            <a:pPr/>
            <a:r>
              <a:rPr lang="en-US"/>
              <a:t>كتاب</a:t>
            </a:r>
          </a:p>
          <a:p>
            <a:pPr/>
            <a:r>
              <a:rPr lang="en-US"/>
              <a:t>سلام</a:t>
            </a:r>
          </a:p>
          <a:p>
            <a:pPr/>
            <a:r>
              <a:rPr lang="en-US"/>
              <a:t>معرفة</a:t>
            </a:r>
          </a:p>
          <a:p>
            <a:pPr/>
            <a:r>
              <a:rPr lang="en-US"/>
              <a:t>ماء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720090"/>
          </a:xfrm>
        </p:spPr>
        <p:txBody>
          <a:bodyPr/>
          <a:lstStyle/>
          <a:p>
            <a:pPr>
              <a:buNone/>
            </a:pPr>
            <a:r>
              <a:rPr lang="en-US"/>
              <a:t>English ⇄ Hebrew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234440"/>
            <a:ext cx="3931920" cy="3497580"/>
          </a:xfrm>
        </p:spPr>
        <p:txBody>
          <a:bodyPr/>
          <a:lstStyle/>
          <a:p>
            <a:pPr/>
            <a:r>
              <a:rPr lang="en-US" b="1"/>
              <a:t>English</a:t>
            </a:r>
          </a:p>
          <a:p>
            <a:pPr/>
            <a:r>
              <a:rPr lang="en-US"/>
              <a:t>Book</a:t>
            </a:r>
          </a:p>
          <a:p>
            <a:pPr/>
            <a:r>
              <a:rPr lang="en-US"/>
              <a:t>Peace</a:t>
            </a:r>
          </a:p>
          <a:p>
            <a:pPr/>
            <a:r>
              <a:rPr lang="en-US"/>
              <a:t>Friend</a:t>
            </a:r>
          </a:p>
          <a:p>
            <a:pPr/>
            <a:r>
              <a:rPr lang="en-US"/>
              <a:t>Light</a:t>
            </a:r>
          </a:p>
        </p:txBody>
      </p:sp>
      <p:sp>
        <p:nvSpPr>
          <p:cNvPr id="4" name="body2"/>
          <p:cNvSpPr>
            <a:spLocks noGrp="1"/>
          </p:cNvSpPr>
          <p:nvPr>
            <p:ph/>
          </p:nvPr>
        </p:nvSpPr>
        <p:spPr>
          <a:xfrm>
            <a:off x="4663440" y="1234440"/>
            <a:ext cx="3931920" cy="3497580"/>
          </a:xfrm>
        </p:spPr>
        <p:txBody>
          <a:bodyPr/>
          <a:lstStyle/>
          <a:p>
            <a:pPr/>
            <a:r>
              <a:rPr lang="en-US" b="1"/>
              <a:t>עברית</a:t>
            </a:r>
          </a:p>
          <a:p>
            <a:pPr/>
            <a:r>
              <a:rPr lang="en-US"/>
              <a:t>ספר</a:t>
            </a:r>
          </a:p>
          <a:p>
            <a:pPr/>
            <a:r>
              <a:rPr lang="en-US"/>
              <a:t>שלום</a:t>
            </a:r>
          </a:p>
          <a:p>
            <a:pPr/>
            <a:r>
              <a:rPr lang="en-US"/>
              <a:t>חבר</a:t>
            </a:r>
          </a:p>
          <a:p>
            <a:pPr/>
            <a:r>
              <a:rPr lang="en-US"/>
              <a:t>אור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CJK: 中文 · 日本語 · 한국어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中文 (Chinese): 这是一个多语言的幻灯片演示。</a:t>
            </a:r>
          </a:p>
          <a:p>
            <a:pPr/>
            <a:r>
              <a:rPr lang="en-US"/>
              <a:t>日本語 (Japanese): これは多言語のスライドです。</a:t>
            </a:r>
          </a:p>
          <a:p>
            <a:pPr/>
            <a:r>
              <a:rPr lang="en-US"/>
              <a:t>한국어 (Korean): 이것은 다국어 슬라이드입니다.</a:t>
            </a:r>
          </a:p>
          <a:p>
            <a:pPr/>
            <a:r>
              <a:rPr lang="en-US"/>
              <a:t>Bidi punctuation test: (سلام) [שלום] {你好}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dot">
  <a:themeElements>
    <a:clrScheme name="edot">
      <a:dk1>
        <a:sysClr val="windowText" lastClr="000000"/>
      </a:dk1>
      <a:lt1>
        <a:sysClr val="window" lastClr="FFFFFF"/>
      </a:lt1>
      <a:dk2>
        <a:srgbClr val="1C1C1C"/>
      </a:dk2>
      <a:lt2>
        <a:srgbClr val="FFFFFF"/>
      </a:lt2>
      <a:accent1>
        <a:srgbClr val="8B4513"/>
      </a:accent1>
      <a:accent2>
        <a:srgbClr val="8B4513"/>
      </a:accent2>
      <a:accent3>
        <a:srgbClr val="8B4513"/>
      </a:accent3>
      <a:accent4>
        <a:srgbClr val="8B4513"/>
      </a:accent4>
      <a:accent5>
        <a:srgbClr val="8B4513"/>
      </a:accent5>
      <a:accent6>
        <a:srgbClr val="8B4513"/>
      </a:accent6>
      <a:hlink>
        <a:srgbClr val="0563C1"/>
      </a:hlink>
      <a:folHlink>
        <a:srgbClr val="954F72"/>
      </a:folHlink>
    </a:clrScheme>
    <a:fontScheme name="edo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edo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